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33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4F29-5511-5EDF-828B-C0461CB0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49AF9-015B-1C44-C9D8-00FDAF208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40A1E-A384-C493-D138-5EE4E922A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6ABA-0D4A-8635-73F6-75D28043A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78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84A7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84A7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DEVELOPMENT FRAMEWORKS  •  COURSE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HealNest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that continues after discharge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React-based hospital discharge management system built for doctors and patients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1A3050"/>
          </a:solidFill>
          <a:ln w="12700">
            <a:solidFill>
              <a:srgbClr val="3556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507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8188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Yagna Sree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2520040010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5486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Manju Bharghavi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2520040003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HealNest?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discharge is messy. Papers go missing, patients forget instructions, and doctors waste time redoing the same forms. HealNest is our attempt at fixing that with a simple web app — one dashboard for doctors, one for patients, talking to the same data underneath.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as a single-page React application, with every screen — login, dashboards, forms, and the discharge summary itself — rendered on the client and driven entirely by component state.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508760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/>
          <a:effectLst>
            <a:outerShdw blurRad="889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78040" y="1618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7804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 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2624328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/>
          <a:effectLst>
            <a:outerShdw blurRad="889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2734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78040" y="30083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&amp; Patient portals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3739896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/>
          <a:effectLst>
            <a:outerShdw blurRad="889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3849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OUTPUT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7804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signed discharge summary (PDF)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0" y="4855464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/>
          <a:effectLst>
            <a:outerShdw blurRad="889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4965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78040" y="5239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CSS, fully controlled forms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discharge needs a better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trail breaks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76272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 are handwritten or scattered across systems, so patients lose them right when they need them most.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176272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patients each keep their own version of the story — there's no shared, live record both sides can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sign-off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416552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physician's approval and signature on a summary is a manual, back-and-forth process.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9776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urgent-alert visibility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416552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quick way for a care team to see and react to critical patient events in one place.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two portals, shared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HealNest gives doctors and patients separate, role-based dashboards that read and write to the same in-memory data layer. A discharge summary created by a doctor shows up instantly on the patient's side — no syncing, no paperwork, no waiting.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907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Portal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discharge form, reviews patient records, and handles emergency alerts.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87368" y="3611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E8F2F2"/>
          </a:solidFill>
          <a:ln/>
          <a:effectLst>
            <a:outerShdw blurRad="1016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907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&amp; Approve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canvas-based signature pad lets the doctor digitally sign the summary, which locks it as approved.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27848" y="3611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269748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blurRad="101600" dist="25400" dir="5400000" algn="bl" rotWithShape="0">
              <a:srgbClr val="1F3A5F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2907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Portal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looks up their ID, sees the verified summary the moment it's signed, and downloads it as a PDF.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 •  FOUNDATIONS OF FRONT-END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7"/>
            <a:ext cx="10515600" cy="1095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needed a framework at all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5902" y="1390261"/>
            <a:ext cx="6613538" cy="4781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UI is declarative — every screen describes "what should be on screen for this state," not a list of DOM steps. Compare AuthForm's JSX to manually toggling classNames in vanilla JS.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Virtual DOM handles re-rendering for us. When activeDoctorTab changes, only the matching .dashboard-tab section actually updates — we never touch the DOM directly.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one way: state lives in App.jsx, flows down as props (patientRegistry, summaryData), and components only request changes by calling functions passed down to them.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app is built as composed, single-purpose components — AuthForm, DoctorDashboard, PatientDashboard, modals — each one a self-contained piece of UI.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69480" y="1298448"/>
            <a:ext cx="4370832" cy="4892040"/>
          </a:xfrm>
          <a:prstGeom prst="roundRect">
            <a:avLst>
              <a:gd name="adj" fmla="val 1674"/>
            </a:avLst>
          </a:prstGeom>
          <a:solidFill>
            <a:srgbClr val="1B2733"/>
          </a:solidFill>
          <a:ln/>
          <a:effectLst>
            <a:outerShdw blurRad="127000" dist="38100" dir="5400000" algn="bl" rotWithShape="0">
              <a:srgbClr val="1F3A5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182880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App.jsx — component-driven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thinking + unidirectional flow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{activePage === 'doctorDashboard' &amp;&amp; (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&lt;DoctorDashboard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patientRegistry={patientRegistry}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summaryData={summaryData}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switchTab={switchTab}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logout={logout}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 lives in App, dashboards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only receive data + callbacks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 •  JAVASCRIPT &amp; TYPESCRIPT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JS habits that hold the app together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5902" y="1026367"/>
            <a:ext cx="6613538" cy="4581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updates everywhere — we never mutate state directly. Every update spreads the old object/array first: { ...current, [field]: value } or [...current, newPatient].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power our event handlers. Functions like updateInlineRegistryField capture the index and field from their surrounding scope to update one row without touching the rest.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style logic is used in the PDF export flow, where we wait for html2pdf to finish rendering before restoring the hidden element's display style.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predictable functions: things like matchedPatient are computed with useMemo from existing state, not stored as separate mutable state — one source of truth.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69480" y="1298448"/>
            <a:ext cx="4370832" cy="4892040"/>
          </a:xfrm>
          <a:prstGeom prst="roundRect">
            <a:avLst>
              <a:gd name="adj" fmla="val 1674"/>
            </a:avLst>
          </a:prstGeom>
          <a:solidFill>
            <a:srgbClr val="1B2733"/>
          </a:solidFill>
          <a:ln/>
          <a:effectLst>
            <a:outerShdw blurRad="127000" dist="38100" dir="5400000" algn="bl" rotWithShape="0">
              <a:srgbClr val="1F3A5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182880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App.jsx — immutability in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 updates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setPatientRegistry((current) =&gt; [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newPatient,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...current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setGlobalDischargeSummariesCache(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(current) =&gt; ({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...current,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[targetPatientId]: payload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  •  REACT COMPONENT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45233" y="658368"/>
            <a:ext cx="1071900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as predictable functions of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861" y="849086"/>
            <a:ext cx="6473579" cy="53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as a configuration contract: DoctorDashboard takes activeDoctorTab, patientRegistry, and a dozen callback props — it never decides anything on its own, it just renders what it's given.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vs. props is intentional: form fields (dischargeForm, newPatientForm) are local-feeling state lifted into App, while display data (patientRegistry) is passed down as read-only props.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inputs throughout — every &lt;input&gt; and &lt;select&gt; in AuthForm, the discharge form, and the patient profile form has its value tied to state and updates through onChange.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are isolated in useEffect — e.g. loading the saved profile from localStorage on mount, and recalculating showSearchResult whenever the search query changes.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69480" y="1298448"/>
            <a:ext cx="4370832" cy="4892040"/>
          </a:xfrm>
          <a:prstGeom prst="roundRect">
            <a:avLst>
              <a:gd name="adj" fmla="val 1674"/>
            </a:avLst>
          </a:prstGeom>
          <a:solidFill>
            <a:srgbClr val="1B2733"/>
          </a:solidFill>
          <a:ln/>
          <a:effectLst>
            <a:outerShdw blurRad="127000" dist="38100" dir="5400000" algn="bl" rotWithShape="0">
              <a:srgbClr val="1F3A5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182880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PatientDashboard.jsx — fully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controlled input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type="text"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value={personalProfileData.fullName}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onChange={(e) =&gt;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handleProfileChange(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'fullName', e.target.value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 state == form state, always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  •  STATE ARCHITECTURE &amp; DATA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29208" y="541176"/>
            <a:ext cx="10095723" cy="108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state lives, and how it travels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4008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Lifted state: all shared data — patientRegistry, activeAlerts, summaryData — lives at the top in App.jsx so both the doctor and patient views can stay in sync without prop-drilling hacks.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state instead of duplicated state: matchedPatient is derived live from patientRegistry + the search query using useMemo, instead of keeping a separate "search results" state that could go stale.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cache (globalDischargeSummariesCache) acts like a lightweight client-side data store — once a doctor signs a summary, the patient portal reads from this same cache instantly.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(spawnAlertToast) model a simple async UI pattern: state is added, then automatically cleaned up after a timeout — without any extra libraries.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69480" y="1298448"/>
            <a:ext cx="4370832" cy="4892040"/>
          </a:xfrm>
          <a:prstGeom prst="roundRect">
            <a:avLst>
              <a:gd name="adj" fmla="val 1674"/>
            </a:avLst>
          </a:prstGeom>
          <a:solidFill>
            <a:srgbClr val="1B2733"/>
          </a:solidFill>
          <a:ln/>
          <a:effectLst>
            <a:outerShdw blurRad="127000" dist="38100" dir="5400000" algn="bl" rotWithShape="0">
              <a:srgbClr val="1F3A5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182880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App.jsx — derived state,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 duplicated state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matchedPatient = useMemo(() =&gt; {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 = patientSearchQuery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.trim().toUpperCase();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patientRegistry.find(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(item) =&gt;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item.id.toUpperCase()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.includes(q)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[patientSearchQuery,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patientRegistry]);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  •  ROUTING, FORMS &amp; ACCESSIBILITY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Screens, forms, and keeping it usable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482" y="559837"/>
            <a:ext cx="6314958" cy="5612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state-driven rather than URL-driven: activePage controls whether the user sees Auth, DoctorDashboard, or PatientDashboard — a simple, single-page-app pattern for a focused tool.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engineering is everywhere: AddPatientModal, the discharge form, and the profile form all use required fields and HTML5 input types (date, email) so invalid entries get caught early.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acts like a protected route — patients can't reach the doctor dashboard and vice versa, gated entirely by the authRole selected at login.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basics are in place: every input is tied to a &lt;label&gt; via htmlFor/id, and interactive elements use semantic &lt;button&gt; and &lt;select&gt; tags instead of styled &lt;div&gt;s.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69480" y="1298448"/>
            <a:ext cx="4370832" cy="4892040"/>
          </a:xfrm>
          <a:prstGeom prst="roundRect">
            <a:avLst>
              <a:gd name="adj" fmla="val 1674"/>
            </a:avLst>
          </a:prstGeom>
          <a:solidFill>
            <a:srgbClr val="1B2733"/>
          </a:solidFill>
          <a:ln/>
          <a:effectLst>
            <a:outerShdw blurRad="127000" dist="38100" dir="5400000" algn="bl" rotWithShape="0">
              <a:srgbClr val="1F3A5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182880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AuthForm.jsx — labelled,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required, role-gated form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htmlFor="role"&gt;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Identify Your Role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 id="role" required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value={authRole}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onChange={(e) =&gt;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setAuthRole(e.target.value)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value="doctor"&gt;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Doctor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&lt;/option&gt;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  •  BUILD SYSTEMS &amp; TOOLING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96671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project actually gets built and run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6400800" cy="5495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is our build tool and dev server — package.json's dev, build, and preview scripts all run through Vite instead of a hand-rolled bundler config.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throughout: the project uses "type": "module" and import/export syntax everywhere, which Vite can bundle and tree-shake efficiently for production.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scripts are loaded deliberately — html2pdf.js is pulled in via a CDN &lt;script&gt; tag in index.html rather than bundled, since it's only needed for one feature (PDF export).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separation between source and assets — src/ holds all components and logic, while static images (img4–6.png) sit at the project root and are referenced directly.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69480" y="1298448"/>
            <a:ext cx="4370832" cy="4892040"/>
          </a:xfrm>
          <a:prstGeom prst="roundRect">
            <a:avLst>
              <a:gd name="adj" fmla="val 1674"/>
            </a:avLst>
          </a:prstGeom>
          <a:solidFill>
            <a:srgbClr val="1B2733"/>
          </a:solidFill>
          <a:ln/>
          <a:effectLst>
            <a:outerShdw blurRad="127000" dist="38100" dir="5400000" algn="bl" rotWithShape="0">
              <a:srgbClr val="1F3A5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9792" y="182880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"scripts": {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"dev": "vite",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"build": "vite build",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"preview": "vite preview"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index.html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src=".../html2pdf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.bundle.min.js"&gt;&lt;/script&gt;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type="module"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src="/src/main.jsx"&gt;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E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solidFill>
            <a:srgbClr val="284A7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284A7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HealNest stands, and where it could go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HealNest started as a way to put every CO from this course into one working build — and it ended up as a real, usable discharge workflow. Doctors create and sign summaries, patients see them the moment they're approved, and the whole thing runs as a clean single-page React app with no backend required.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A3050"/>
          </a:solidFill>
          <a:ln w="12700">
            <a:solidFill>
              <a:srgbClr val="3556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doctor and patient dashboards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discharge summary, sign-off, and PDF export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patient lookup and shared data cache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 feed for the care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926080"/>
            <a:ext cx="5422392" cy="3291840"/>
          </a:xfrm>
          <a:prstGeom prst="roundRect">
            <a:avLst>
              <a:gd name="adj" fmla="val 2222"/>
            </a:avLst>
          </a:prstGeom>
          <a:solidFill>
            <a:srgbClr val="1A3050"/>
          </a:solidFill>
          <a:ln w="12700">
            <a:solidFill>
              <a:srgbClr val="3556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456432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real backend + database instead of in-memory state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proper authentication instead of a simulated login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TypeScript for safer props and fewer runtime bugs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 (Jest/RTL) and a CI/CD deploy pipeline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11E8C-5A94-C93D-498B-042AB6D6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B0D293F-94A1-0F31-E148-ED3DA020C291}"/>
              </a:ext>
            </a:extLst>
          </p:cNvPr>
          <p:cNvSpPr txBox="1"/>
          <p:nvPr/>
        </p:nvSpPr>
        <p:spPr>
          <a:xfrm>
            <a:off x="2857501" y="2505073"/>
            <a:ext cx="6296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0932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1762</Words>
  <Application>Microsoft Office PowerPoint</Application>
  <PresentationFormat>Widescreen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HealNest - Front End Development Framework Project</dc:title>
  <dc:subject>PptxGenJS Presentation</dc:subject>
  <dc:creator>D. Yagna Sree, B. Manju Bharghavi</dc:creator>
  <cp:lastModifiedBy>manjubellamkonda2513@hotmail.com</cp:lastModifiedBy>
  <cp:revision>3</cp:revision>
  <dcterms:created xsi:type="dcterms:W3CDTF">2026-06-19T09:22:41Z</dcterms:created>
  <dcterms:modified xsi:type="dcterms:W3CDTF">2026-06-19T09:52:09Z</dcterms:modified>
</cp:coreProperties>
</file>